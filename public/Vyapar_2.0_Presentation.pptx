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Arial"/>
              </a:defRPr>
            </a:pPr>
            <a:r>
              <a:t>ENTERPRISE 2.0 RELEASE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r>
              <a:t>VYAPAR 2.0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Smart Accounting, Inventory &amp; Real-Time Delivery Operating System for Modern Indian Merchants.</a:t>
            </a:r>
          </a:p>
          <a:p>
            <a:pPr>
              <a:spcBef>
                <a:spcPts val="1800"/>
              </a:spcBef>
              <a:defRPr sz="1100" b="1">
                <a:solidFill>
                  <a:srgbClr val="06B6D4"/>
                </a:solidFill>
                <a:latin typeface="Arial"/>
              </a:defRPr>
            </a:pPr>
            <a:r>
              <a:t>⚡ Real-Time GPS Tracking  |  🧾 GST Invoices &amp; POS  |  📦 Barcode Engine  |  📒 Digital Khata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6366F1"/>
                </a:solidFill>
                <a:latin typeface="Arial"/>
              </a:defRPr>
            </a:pPr>
            <a:r>
              <a:t>PRESENTED BY: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 01 - Pranali Bhagat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 06 - Hrutuja Champanerkar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 31 - Mayur Pandav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 37 - Mol Patil</a:t>
            </a:r>
          </a:p>
        </p:txBody>
      </p:sp>
      <p:pic>
        <p:nvPicPr>
          <p:cNvPr id="5" name="Picture 4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029200" cy="28069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⚠️ THE EVERYDAY STRUGGLE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Why Indian Merchants Struggle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Traditional paper books and legacy desktop tools create friction and loss every single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📒  Messy Paper Khata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Customer credit entries get lost, forgotten, or disputed. Manual phone calls for payment collection feel awkward and waste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📦  Blind Inventory Control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Popular items run out of stock without notice, while slow-moving items expire unnoticed in the back warehouse.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⏳  Slow Counter Queues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Typing prices by hand during peak rush hours creates long customer queues, manual calculation mistakes, and missed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🚚  Zero Delivery Visibility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Customers constantly call asking 'Where is my parcel?' Merchants have no idea where delivery drivers are located.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💡 THE MODERN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Introducing Vyapar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unified, web-first platform designed to run an entire business from a single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⚡  Instant GST Billing &amp; Thermal Slips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Generate professional A4 Tax Invoices or instant 58mm/80mm counter POS thermal receipts with automated GST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🏷️  Barcode Generation &amp; Scan Engine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Automatically generate standard EAN-13 barcodes and QR codes. Print full A4 barcode sticker sheets in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💳  Digital Ledger &amp; WhatsApp Reminders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Track real-time customer balances. Send automated WhatsApp payment reminders with direct online payment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👥  Multi-Role Counter Interfaces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Clean, dedicated portals for Store Owners, Cashier POS counters, Delivery Partners, and Accountants.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📊 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Operational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Four powerful pillars working together seamlessly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🧾  Sales &amp; Invoicing Module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Create customized invoices with dynamic discounts, multi-tax GST slabs, and instant PDF downloads with one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🛒  Purchase &amp; Vendor Tracking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Record supplier stock-in orders, manage accounts payable, and track supplier payment histories with zero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💰  Expense &amp; Cash Flow Ledger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Categorize daily shop expenses (rent, salaries, utilities) to get an accurate daily net profit and cash-in-hand calculation.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🤝  Parties &amp; Khata Management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Complete 360-degree CRM with detailed credit ledgers, contact directories, and automated settlement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🌟 THE SHOWSTOPPER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Real-Time GPS Delivery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competitive edge that traditional software like Tally or Marg completely lack.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486400" cy="12801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🔗  Public Link — Zero Login Required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Customers receive an SMS or WhatsApp link to view live tracking directly in their mobile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486400" cy="12801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🗺️  Live GPS Telematics &amp; Leaflet Map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Live moving driver marker displaying actual route geometry, speed, and real-time vehicle coordinates.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5486400" cy="12801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⏱️  Dynamic Real-Time ETA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Calculates remaining distance in kilometers and updates estimated delivery time dynamically.</a:t>
            </a:r>
          </a:p>
        </p:txBody>
      </p:sp>
      <p:pic>
        <p:nvPicPr>
          <p:cNvPr id="9" name="Picture 8" descr="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23020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Arial"/>
              </a:defRPr>
            </a:pPr>
            <a:r>
              <a:t>🛠️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Built on Rock-Solid Modern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Designed for sub-second response times, zero server crashes, and enterprise scalability.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⚛️  Frontend: React 19 + Vite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Blazing-fast client bundle, instant route transitions, zero page reloads, and seamless responsiveness across laptops, tablets, and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🟢  Backend: Node.js &amp; Express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High-throughput RESTful architecture powering live GPS streams, PDF invoice generators (PDFKit), and barcode rendering.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🍃  Database: MongoDB Atlas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Cloud-native NoSQL database handling dynamic catalog structures, nested ledger transactions, and geospatial delivery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🔒  Enterprise Security &amp; Compliance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Strict JWT role-based access control (Admin, Driver, Cashier), encrypted credentials, and automated GSTR-1 audit exports.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🎯 BUSINESS VALUE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Real-World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Measurable returns on investment for retail merchants and distributors.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2400" b="1">
                <a:solidFill>
                  <a:srgbClr val="10B981"/>
                </a:solidFill>
                <a:latin typeface="Arial"/>
              </a:defRPr>
            </a:pPr>
            <a:r>
              <a:t>2+ Hours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Daily Time Saved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Automated day-end book closing, tax calculation, and inventory reconciliation eliminate manual paperwork.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2400" b="1">
                <a:solidFill>
                  <a:srgbClr val="6366F1"/>
                </a:solidFill>
                <a:latin typeface="Arial"/>
              </a:defRPr>
            </a:pPr>
            <a:r>
              <a:t>40%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Faster Debt Recovery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Automated WhatsApp payment links and instant online settlement reduce unpaid credit and overdue accounts.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95%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Fewer Support Calls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Customers track their own packages on live GPS maps, eliminating endless 'Where is my parcel?' inquiries.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defRPr sz="2400" b="1">
                <a:solidFill>
                  <a:srgbClr val="8B5CF6"/>
                </a:solidFill>
                <a:latin typeface="Arial"/>
              </a:defRPr>
            </a:pPr>
            <a:r>
              <a:t>100%</a:t>
            </a:r>
          </a:p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Audit &amp; Tax Ready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Single-click GSTR-1 summaries, P&amp;L reports, and catalog exports make tax filing completely painless.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69680" cy="475488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65760"/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✨ CONCLUSION &amp; DEMO ✨</a:t>
            </a:r>
          </a:p>
          <a:p>
            <a:pPr algn="ctr">
              <a:spcBef>
                <a:spcPts val="800"/>
              </a:spcBef>
              <a:defRPr sz="46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600"/>
              </a:spcBef>
              <a:defRPr sz="2000">
                <a:solidFill>
                  <a:srgbClr val="6366F1"/>
                </a:solidFill>
                <a:latin typeface="Arial"/>
              </a:defRPr>
            </a:pPr>
            <a:r>
              <a:t>Questions &amp; Live Demonstration</a:t>
            </a:r>
          </a:p>
          <a:p>
            <a:pPr algn="ctr">
              <a:spcBef>
                <a:spcPts val="2200"/>
              </a:spcBef>
              <a:defRPr sz="1400" b="1">
                <a:solidFill>
                  <a:srgbClr val="CBD5E1"/>
                </a:solidFill>
                <a:latin typeface="Arial"/>
              </a:defRPr>
            </a:pPr>
            <a:r>
              <a:t>Project Team:</a:t>
            </a:r>
            <a:br/>
            <a:r>
              <a:t>01 - Pranali Bhagat  |  06 - Hrutuja Champanerkar  |  31 - Mayur Pandav  |  37 - Mol Patil</a:t>
            </a:r>
          </a:p>
          <a:p>
            <a:pPr algn="ctr">
              <a:spcBef>
                <a:spcPts val="1600"/>
              </a:spcBef>
              <a:defRPr sz="1200">
                <a:solidFill>
                  <a:srgbClr val="10B981"/>
                </a:solidFill>
                <a:latin typeface="Arial"/>
              </a:defRPr>
            </a:pPr>
            <a:r>
              <a:t>Live App: http://localhost:5173  •  Live GPS Portal: http://localhost:5173/track/ORD-TRACK-748490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