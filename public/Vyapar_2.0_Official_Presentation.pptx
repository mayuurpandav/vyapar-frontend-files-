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Arial"/>
              </a:defRPr>
            </a:pPr>
            <a:r>
              <a:t>ENTERPRISE 2.0 RELEASE</a:t>
            </a:r>
          </a:p>
          <a:p>
            <a:pPr>
              <a:spcBef>
                <a:spcPts val="800"/>
              </a:spcBef>
              <a:defRPr sz="4400" b="1">
                <a:solidFill>
                  <a:srgbClr val="0F172A"/>
                </a:solidFill>
                <a:latin typeface="Arial"/>
              </a:defRPr>
            </a:pPr>
            <a:r>
              <a:t>VYAPAR 2.0</a:t>
            </a:r>
          </a:p>
          <a:p>
            <a:pPr>
              <a:spcBef>
                <a:spcPts val="1000"/>
              </a:spcBef>
              <a:defRPr sz="1500">
                <a:solidFill>
                  <a:srgbClr val="475569"/>
                </a:solidFill>
                <a:latin typeface="Arial"/>
              </a:defRPr>
            </a:pPr>
            <a:r>
              <a:t>Smart Accounting, Inventory &amp; Real-Time Delivery Operating System for Modern Indian Merchants.</a:t>
            </a:r>
          </a:p>
          <a:p>
            <a:pPr>
              <a:spcBef>
                <a:spcPts val="1200"/>
              </a:spcBef>
              <a:defRPr sz="1100" b="1">
                <a:solidFill>
                  <a:srgbClr val="4F46E5"/>
                </a:solidFill>
                <a:latin typeface="Arial"/>
              </a:defRPr>
            </a:pPr>
            <a:r>
              <a:t>⚡ Real-Time GPS  |  🧾 GST POS  |  📦 Barcodes  |  📒 Digital Khata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5669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PRESENTED BY: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01 - Pranali Bhagat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06 - Hrutuja Champanerkar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31 - Mayur Pandav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•  37 - Mol Patil</a:t>
            </a:r>
          </a:p>
        </p:txBody>
      </p:sp>
      <p:pic>
        <p:nvPicPr>
          <p:cNvPr id="5" name="Picture 4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05840"/>
            <a:ext cx="4846320" cy="270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Arial"/>
              </a:defRPr>
            </a:pPr>
            <a:r>
              <a:t>⚠️ THE EVERYDAY STRUGGLE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Why Indian Merchants Struggle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Traditional paper books and legacy desktop tools create friction and loss every single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📒  Messy Paper Khata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Credit entries get lost or disputed. Awkward manual calls for payments waste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📦  Blind Inventory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Stock runs out without notice, while slow items expire unnoticed in warehouses.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⏳  Slow Counter Queues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Manual pricing during rush hours creates billing errors and customer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🚚  Zero Delivery Visibility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Customers constantly ask 'Where is my order?' Merchants have no way to track drivers.</a:t>
            </a:r>
          </a:p>
        </p:txBody>
      </p:sp>
      <p:pic>
        <p:nvPicPr>
          <p:cNvPr id="10" name="Picture 9" descr="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389120" cy="24497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💡 THE MODERN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Introducing Vyapar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unified, web-first platform designed to run an entire business from a single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⚡  Instant GST Billing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Generate A4 Tax Invoices or instant 58mm/80mm counter thermal slips with automated GST calculations.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🏷️  Barcode Scan Engine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Auto-generate EAN-13 barcodes &amp; QR codes. Print full A4 barcode sticker sheets in 1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💳  Digital Ledger Khata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Real-time party balances with automated WhatsApp payment links and instant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👥  Multi-Role Portals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Tailored views for Store Owners, Cashier POS counters, Delivery Partners, and Accountants.</a:t>
            </a:r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38912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📊 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Key Operational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Four powerful pillars working together seamlessly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🧾  Sales &amp; Invoicing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Fast billing counter with barcode scanner support, line discounts, and PDF downloads.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🛒  Purchase &amp; Suppliers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Track vendor stock-in shipments, payment terms, and accounts payable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💰  Expense Ledger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Track daily operational expenses (rent, salaries, utilities) for true net profit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🤝  Parties &amp; Khata CRM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Complete directory with credit limits, transaction histories, and digital ledger statements.</a:t>
            </a:r>
          </a:p>
        </p:txBody>
      </p:sp>
      <p:pic>
        <p:nvPicPr>
          <p:cNvPr id="10" name="Picture 9" descr="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38912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🌟 THE SHOWSTOPPER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Real-Time GPS Delivery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The competitive edge that traditional software like Tally or Marg completely lack.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852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🔗  Public Link — Zero Login Required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Customers receive an SMS or WhatsApp link to view live tracking directly in their mobile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852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🗺️  Live GPS Telematics &amp; Interactive Map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Live moving driver marker powered by Leaflet, displaying actual route geometry and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5852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⏱️  Dynamic Real-Time ETA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Calculates remaining distance in kilometers and updates estimated delivery time dynamically.</a:t>
            </a:r>
          </a:p>
        </p:txBody>
      </p:sp>
      <p:pic>
        <p:nvPicPr>
          <p:cNvPr id="9" name="Picture 8" descr="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Arial"/>
              </a:defRPr>
            </a:pPr>
            <a:r>
              <a:t>🛠️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Built on Rock-Solid Modern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Designed for sub-second response times, zero server crashes, and enterprise scalability.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⚛️  React 19 + Vite Frontend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Sub-second transitions, responsive UI on laptops, tablets, and phones.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🟢  Node.js &amp; Express Backend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High-throughput REST APIs powering live telematics and PDFKit rendering.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🍃  MongoDB Atlas Cloud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Cloud NoSQL database handling dynamic catalogs and geospatial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🔒  Enterprise Security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JWT role-based access control, encrypted sessions, and automated GSTR-1 exports.</a:t>
            </a:r>
          </a:p>
        </p:txBody>
      </p:sp>
      <p:pic>
        <p:nvPicPr>
          <p:cNvPr id="10" name="Picture 9" descr="techst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389120" cy="24497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🎯 BUSINESS VALUE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Real-World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Measurable returns on investment for retail merchants and distributors.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059669"/>
                </a:solidFill>
                <a:latin typeface="Arial"/>
              </a:defRPr>
            </a:pPr>
            <a:r>
              <a:t>2+ Hours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Daily Time Saved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Automated day-end book closing and stock reconciliation eliminate manual paperwork.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4F46E5"/>
                </a:solidFill>
                <a:latin typeface="Arial"/>
              </a:defRPr>
            </a:pPr>
            <a:r>
              <a:t>40%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Faster Debt Recovery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Automated WhatsApp payment links and instant settlement recover credit 40% faster.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0284C7"/>
                </a:solidFill>
                <a:latin typeface="Arial"/>
              </a:defRPr>
            </a:pPr>
            <a:r>
              <a:t>95%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Fewer Support Calls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Customers track their own packages on live GPS maps, eliminating endless inquiries.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206240"/>
            <a:ext cx="2926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800" b="1">
                <a:solidFill>
                  <a:srgbClr val="7C3AED"/>
                </a:solidFill>
                <a:latin typeface="Arial"/>
              </a:defRPr>
            </a:pPr>
            <a:r>
              <a:t>100%</a:t>
            </a:r>
          </a:p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Audit &amp; Tax Ready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Single-click GSTR-1 summaries, P&amp;L reports, and catalog exports make filing simple.</a:t>
            </a:r>
          </a:p>
        </p:txBody>
      </p:sp>
      <p:pic>
        <p:nvPicPr>
          <p:cNvPr id="10" name="Picture 9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828800"/>
            <a:ext cx="438912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685800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defRPr sz="1200" b="1">
                <a:solidFill>
                  <a:srgbClr val="0284C7"/>
                </a:solidFill>
                <a:latin typeface="Arial"/>
              </a:defRPr>
            </a:pPr>
            <a:r>
              <a:t>✨ CONCLUSION &amp; Q&amp;A ✨</a:t>
            </a:r>
          </a:p>
          <a:p>
            <a:pPr>
              <a:spcBef>
                <a:spcPts val="600"/>
              </a:spcBef>
              <a:defRPr sz="4400" b="1">
                <a:solidFill>
                  <a:srgbClr val="0F172A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800">
                <a:solidFill>
                  <a:srgbClr val="4F46E5"/>
                </a:solidFill>
                <a:latin typeface="Arial"/>
              </a:defRPr>
            </a:pPr>
            <a:r>
              <a:t>Questions &amp; Live Demonstration</a:t>
            </a:r>
          </a:p>
          <a:p>
            <a:pPr>
              <a:spcBef>
                <a:spcPts val="16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Project Team:</a:t>
            </a:r>
            <a:br/>
            <a:r>
              <a:t>01 - Pranali Bhagat   |   06 - Hrutuja Champanerkar</a:t>
            </a:r>
            <a:br/>
            <a:r>
              <a:t>31 - Mayur Pandav   |   37 - Mol Patil</a:t>
            </a:r>
          </a:p>
          <a:p>
            <a:pPr>
              <a:spcBef>
                <a:spcPts val="1400"/>
              </a:spcBef>
              <a:defRPr sz="1150">
                <a:solidFill>
                  <a:srgbClr val="059669"/>
                </a:solidFill>
                <a:latin typeface="Arial"/>
              </a:defRPr>
            </a:pPr>
            <a:r>
              <a:t>• Live App: http://localhost:5173</a:t>
            </a:r>
            <a:br/>
            <a:r>
              <a:t>• Live GPS Tracking: http://localhost:5173/track/ORD-TRACK-748490</a:t>
            </a:r>
            <a:br/>
            <a:r>
              <a:t>• Merchant UPI ID: mayurpandav128@okhdfcbank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731520"/>
            <a:ext cx="356616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📲 LIVE UPI SCANNER</a:t>
            </a:r>
          </a:p>
          <a:p>
            <a:pPr algn="ctr">
              <a:spcBef>
                <a:spcPts val="200"/>
              </a:spcBef>
              <a:defRPr sz="1000">
                <a:solidFill>
                  <a:srgbClr val="475569"/>
                </a:solidFill>
                <a:latin typeface="Arial"/>
              </a:defRPr>
            </a:pPr>
            <a:r>
              <a:t>Scan to Test Real Settlement</a:t>
            </a:r>
          </a:p>
        </p:txBody>
      </p:sp>
      <p:pic>
        <p:nvPicPr>
          <p:cNvPr id="5" name="Picture 4" descr="upi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508760"/>
            <a:ext cx="2651760" cy="3022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45720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UPI ID: mayurpandav128@okhdfcbank</a:t>
            </a:r>
          </a:p>
          <a:p>
            <a:pPr algn="ctr">
              <a:spcBef>
                <a:spcPts val="300"/>
              </a:spcBef>
              <a:defRPr sz="950" b="1">
                <a:solidFill>
                  <a:srgbClr val="4F46E5"/>
                </a:solidFill>
                <a:latin typeface="Arial"/>
              </a:defRPr>
            </a:pPr>
            <a:r>
              <a:t>⚡ Google Pay • PhonePe • Paytm • BHIM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